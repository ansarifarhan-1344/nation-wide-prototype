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699" autoAdjust="0"/>
  </p:normalViewPr>
  <p:slideViewPr>
    <p:cSldViewPr snapToGrid="0">
      <p:cViewPr>
        <p:scale>
          <a:sx n="75" d="100"/>
          <a:sy n="75" d="100"/>
        </p:scale>
        <p:origin x="540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4DF5-AE80-C1F1-EA9E-D4FB8F57D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01C1-5232-107A-325D-7A70B9B0D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53E50-A206-9485-F57B-5543C000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A1F19-97CF-8F5E-A363-554BD793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C32E-9AA6-7A01-46D7-641DB8D5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3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9067-A20B-DD88-A64F-AE971ACB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696D-9E37-7F32-D88B-C6D911295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180D1-AB00-721A-976B-F3A1C5BF37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193682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0A430-4F61-22AF-EE6F-9D23DE63D345}"/>
              </a:ext>
            </a:extLst>
          </p:cNvPr>
          <p:cNvSpPr txBox="1"/>
          <p:nvPr userDrawn="1"/>
        </p:nvSpPr>
        <p:spPr>
          <a:xfrm>
            <a:off x="2950464" y="64823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XIE – CSI Student Chapter 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DCCE-83EE-0B05-D252-BAF50EDA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AB1D0-3BA5-BA3A-440E-0A3BD772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BBFC-47E7-E49A-FAAC-0F0A2B6D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1F51F-28F8-EBFE-FD9D-D1869D2C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1B63-966E-0FA1-A336-46AD35D3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63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6A70-D1E6-4CB3-6D6B-32BA24F7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EE08-0BC4-3385-F5D0-ED2743710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41360-1E42-8E98-A267-1DC97DA22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73990-F40F-69A1-BD6A-47502A0C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F37F1-5E40-714B-3CF8-00A342D2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35BB-149B-0457-D70F-97EC0DC3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01CD-2815-3A8A-28DC-2BB7E9C1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0D0C9-74E8-7063-5215-E3444AF5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6C72F-0E47-103D-5504-9A01F5D39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48231-5B7D-9178-C266-82C0BAD23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6FF87-0693-D132-4EAC-07AB70B5A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D4500-5455-3FBE-18EF-92275B16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2383D-BD5C-EBC5-C83B-58E6FAFF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C6B12-5537-5363-25CA-20D42DC1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50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BC58-091C-F45D-D9B1-F059C61F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34DAF-14C0-482B-0E48-18706197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F2BD1-CD5D-03E1-6181-399C4248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A90D0-0ED5-C4B0-141C-6E38A63B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54AF6-48FD-2C54-7153-05801846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31EB3-1A32-056C-8AA2-0258B06B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8CB8-F71F-DC30-0A66-6F815D27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1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9090-8C55-DF0B-8925-8562F519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2531-B8FA-538B-DEDF-9E84BAC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2D92B-7DA1-03A3-3B8F-4ABB6E1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C1718-4EA0-1E3F-6A55-46F17B920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6C3AA-74B2-1354-640E-C3B01A00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444D5-F625-63D4-041D-02822DF2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0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1528-F431-3D68-5FB1-F0C2CFAC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2CE2E-48F1-61A0-43B4-F8A704F1C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CF0C8-F0C0-93C1-5640-BA70665A3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0979A-0BC7-DC39-B69F-0FB024AB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0B596-884F-3A42-070B-B5AC8D8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2A20C-683E-F5FD-877F-FD0CF21A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75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DEE9-E9FF-3390-EBD9-3D18DE53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2BBC2-1D69-F879-7F82-66AD9A47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16C8-BFF5-37C5-B093-2DF9D8C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FAF85-821E-4991-0F6A-E5A0862B8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E6FED-5AA1-F9F8-F9B2-3211AA66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38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0922-6A82-8A7E-2766-E3ABF522D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39DB-445F-6629-68AC-D398B7F2A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3D379-BFF9-649E-E68C-4AE6CE7C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44697-1C04-222D-96CA-1838F435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F774-59EF-CD79-9463-6DDF1EB6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2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ED587-5BE2-7D0C-E2FF-3201AAC6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9A8D6-E824-911F-DB0E-B942ACC0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DDFA-7875-38D7-35CA-324552142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68AB4-1216-4769-A92D-9834AFEAE209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FE01F-11F1-69DC-0BFF-26D887021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B098-283D-F5FC-FB51-448249EBD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61249-4AFB-493E-A2D5-735C17CB76C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22929-D359-659A-D064-F24BD84073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936" y="134357"/>
            <a:ext cx="1165672" cy="1170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E40353-C807-2412-3282-DAFF8A1CCCF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9906" y="180781"/>
            <a:ext cx="2132186" cy="867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5428AF-486A-ADC0-79BF-C2DD9578545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biLevel thresh="7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46" y="61646"/>
            <a:ext cx="1576570" cy="11028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F18BB-2DCD-E49A-618F-CAA3AB6BDCF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46238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7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ric.ed.gov/?id=EJ497848&amp;utm_source=chatgpt.com" TargetMode="External"/><Relationship Id="rId2" Type="http://schemas.openxmlformats.org/officeDocument/2006/relationships/hyperlink" Target="https://apaar.education.gov.in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45/371920.372071?utm_source=chatgpt.com" TargetMode="External"/><Relationship Id="rId5" Type="http://schemas.openxmlformats.org/officeDocument/2006/relationships/hyperlink" Target="https://doi.org/10.1145/2181037.2181040?utm_source=chatgpt.com" TargetMode="External"/><Relationship Id="rId4" Type="http://schemas.openxmlformats.org/officeDocument/2006/relationships/hyperlink" Target="https://www.education.gov.in/sites/upload_files/mhrd/files/NEP_Final_English_0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7CAB74C-AFD7-197D-D064-BC7430CB5FB7}"/>
              </a:ext>
            </a:extLst>
          </p:cNvPr>
          <p:cNvSpPr txBox="1"/>
          <p:nvPr/>
        </p:nvSpPr>
        <p:spPr>
          <a:xfrm>
            <a:off x="493486" y="1451429"/>
            <a:ext cx="9260114" cy="4601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Name: Code Command</a:t>
            </a:r>
          </a:p>
          <a:p>
            <a:pPr marL="457200" lvl="0" indent="-45720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Leader: Ansari Farhaan Naseem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No.: PS004</a:t>
            </a:r>
          </a:p>
          <a:p>
            <a:pPr marL="457200" lvl="0" indent="-4572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Aditya Ag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rahari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Agarwal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Hamza Siddiqui</a:t>
            </a:r>
            <a:br>
              <a:rPr lang="en-IN" sz="24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0" i="0" u="none" strike="noStrike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5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403E69-B6D2-DAC2-381B-5DCBC74FE0E8}"/>
              </a:ext>
            </a:extLst>
          </p:cNvPr>
          <p:cNvSpPr txBox="1"/>
          <p:nvPr/>
        </p:nvSpPr>
        <p:spPr>
          <a:xfrm>
            <a:off x="44521" y="1001486"/>
            <a:ext cx="684976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IDEA TITLE</a:t>
            </a:r>
          </a:p>
          <a:p>
            <a:r>
              <a:rPr lang="en-GB" sz="1600" b="1" dirty="0"/>
              <a:t>                   CAMPUS LINK — Verified Academic Collaboration Platform</a:t>
            </a:r>
            <a:endParaRPr lang="en-GB" sz="1600" dirty="0"/>
          </a:p>
          <a:p>
            <a:r>
              <a:rPr lang="en-GB" sz="1600" b="1" dirty="0"/>
              <a:t>Proposed Solution</a:t>
            </a:r>
          </a:p>
          <a:p>
            <a:r>
              <a:rPr lang="en-GB" sz="1600" dirty="0"/>
              <a:t>A verified platform connecting </a:t>
            </a:r>
            <a:r>
              <a:rPr lang="en-GB" sz="1600" b="1" dirty="0"/>
              <a:t>students and faculty across institutions</a:t>
            </a:r>
            <a:r>
              <a:rPr lang="en-GB" sz="1600" dirty="0"/>
              <a:t> to discover projects, find teammates and mentors, collaborate, and build a trusted academic reputation.</a:t>
            </a:r>
          </a:p>
          <a:p>
            <a:r>
              <a:rPr lang="en-GB" sz="1600" b="1" dirty="0"/>
              <a:t>How It Addresses the Problem</a:t>
            </a:r>
          </a:p>
          <a:p>
            <a:r>
              <a:rPr lang="en-GB" sz="1600" b="1" dirty="0"/>
              <a:t>Centralized opportunities</a:t>
            </a:r>
            <a:r>
              <a:rPr lang="en-GB" sz="1600" dirty="0"/>
              <a:t> — Projects, questions, mentorship &amp; academic activities in one place. </a:t>
            </a:r>
          </a:p>
          <a:p>
            <a:r>
              <a:rPr lang="en-GB" sz="1600" b="1" dirty="0"/>
              <a:t>Skill-based matching</a:t>
            </a:r>
            <a:r>
              <a:rPr lang="en-GB" sz="1600" dirty="0"/>
              <a:t> — Connect students with relevant projects, teammates and mentors. </a:t>
            </a:r>
          </a:p>
          <a:p>
            <a:r>
              <a:rPr lang="en-GB" sz="1600" b="1" dirty="0"/>
              <a:t>Verified profiles</a:t>
            </a:r>
            <a:r>
              <a:rPr lang="en-GB" sz="1600" dirty="0"/>
              <a:t> — Build trust between students and faculty. </a:t>
            </a:r>
          </a:p>
          <a:p>
            <a:r>
              <a:rPr lang="en-GB" sz="1600" b="1" dirty="0"/>
              <a:t>Collaboration workspace</a:t>
            </a:r>
            <a:r>
              <a:rPr lang="en-GB" sz="1600" dirty="0"/>
              <a:t> — Manage tasks and work together in one platform. </a:t>
            </a:r>
          </a:p>
          <a:p>
            <a:r>
              <a:rPr lang="en-GB" sz="1600" b="1" dirty="0"/>
              <a:t>Contribution-based reputation</a:t>
            </a:r>
            <a:r>
              <a:rPr lang="en-GB" sz="1600" dirty="0"/>
              <a:t> — Make meaningful academic contributions visible. </a:t>
            </a:r>
          </a:p>
          <a:p>
            <a:r>
              <a:rPr lang="en-GB" sz="1600" b="1" dirty="0"/>
              <a:t>Innovation &amp; Uniqueness</a:t>
            </a:r>
          </a:p>
          <a:p>
            <a:r>
              <a:rPr lang="en-GB" sz="1600" b="1" dirty="0"/>
              <a:t>🎯 Skill-to-Project Matching</a:t>
            </a:r>
            <a:br>
              <a:rPr lang="en-GB" sz="1600" dirty="0"/>
            </a:br>
            <a:r>
              <a:rPr lang="en-GB" sz="1600" dirty="0"/>
              <a:t>Match student skills with project requirements.</a:t>
            </a:r>
          </a:p>
          <a:p>
            <a:r>
              <a:rPr lang="en-GB" sz="1600" b="1" dirty="0"/>
              <a:t>🪪 Academic Reputation Passport</a:t>
            </a:r>
            <a:br>
              <a:rPr lang="en-GB" sz="1600" dirty="0"/>
            </a:br>
            <a:r>
              <a:rPr lang="en-GB" sz="1600" dirty="0"/>
              <a:t>Build reputation through verified projects, answers, mentorship &amp; contributions.</a:t>
            </a:r>
          </a:p>
          <a:p>
            <a:r>
              <a:rPr lang="en-GB" sz="1600" b="1" dirty="0"/>
              <a:t>🌐 Cross-Institution Collaboration</a:t>
            </a:r>
            <a:br>
              <a:rPr lang="en-GB" sz="1600" dirty="0"/>
            </a:br>
            <a:r>
              <a:rPr lang="en-GB" sz="1600" dirty="0"/>
              <a:t>Connect students and faculty beyond their own institution.</a:t>
            </a: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F3117-5604-8F72-8896-CC765DB41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286" y="1204686"/>
            <a:ext cx="5253193" cy="514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0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04BA4F-1131-8CFD-4248-602711F08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086" y="1119352"/>
            <a:ext cx="5820227" cy="51237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D2BABD-6E08-51A1-9328-D1DF671E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46" y="1138402"/>
            <a:ext cx="4854940" cy="51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6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AED9E8-DFD6-E37B-F292-277976982269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endParaRPr lang="en-IN" sz="28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56913-81A0-CA7B-3ED7-0BE890174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85850"/>
            <a:ext cx="3295494" cy="5334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68F90B-B1B8-3702-C19A-E59347D0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094" y="1085850"/>
            <a:ext cx="860391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4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A4B5531-0CDF-6AFB-1E0D-FD0E4AF23332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endParaRPr lang="en-IN" sz="2800" b="1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C01A8-DEBD-6889-C277-A12EB888E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0049"/>
            <a:ext cx="12192000" cy="502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4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5F054C5-8744-6112-1C17-B998043C3503}"/>
              </a:ext>
            </a:extLst>
          </p:cNvPr>
          <p:cNvSpPr txBox="1"/>
          <p:nvPr/>
        </p:nvSpPr>
        <p:spPr>
          <a:xfrm>
            <a:off x="1563624" y="1554480"/>
            <a:ext cx="9025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endParaRPr lang="en-IN" sz="28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15F3B2-3609-507D-AA3A-7E3A929A21C2}"/>
              </a:ext>
            </a:extLst>
          </p:cNvPr>
          <p:cNvSpPr txBox="1"/>
          <p:nvPr/>
        </p:nvSpPr>
        <p:spPr>
          <a:xfrm>
            <a:off x="190500" y="1371600"/>
            <a:ext cx="11772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2400" dirty="0"/>
            </a:br>
            <a:r>
              <a:rPr lang="en-IN" sz="2400" b="1" dirty="0"/>
              <a:t>APAAR &amp; ABC </a:t>
            </a:r>
            <a:r>
              <a:rPr lang="en-IN" sz="2400" dirty="0"/>
              <a:t>— Verified academic identity, record management &amp; credit mobility.</a:t>
            </a:r>
            <a:br>
              <a:rPr lang="en-IN" sz="2400" dirty="0"/>
            </a:br>
            <a:r>
              <a:rPr lang="en-IN" sz="2400" dirty="0"/>
              <a:t>🔗</a:t>
            </a:r>
            <a:r>
              <a:rPr lang="en-IN" sz="2400" dirty="0">
                <a:hlinkClick r:id="rId2"/>
              </a:rPr>
              <a:t>Official APAAR Portal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b="1" dirty="0"/>
              <a:t>Fassinger (1995)</a:t>
            </a:r>
            <a:r>
              <a:rPr lang="en-IN" sz="2400" dirty="0"/>
              <a:t> — Research on classroom participation and student silence.</a:t>
            </a:r>
            <a:br>
              <a:rPr lang="en-IN" sz="2400" dirty="0"/>
            </a:br>
            <a:r>
              <a:rPr lang="en-GB" sz="2400" dirty="0"/>
              <a:t>🔗 </a:t>
            </a:r>
            <a:r>
              <a:rPr lang="en-GB" sz="2400" dirty="0">
                <a:hlinkClick r:id="rId3"/>
              </a:rPr>
              <a:t>ERIC — Fassinger Research Record</a:t>
            </a:r>
            <a:br>
              <a:rPr lang="en-GB" sz="2400" dirty="0"/>
            </a:br>
            <a:r>
              <a:rPr lang="en-IN" sz="2400" b="1" dirty="0"/>
              <a:t>NEP 2020 &amp; NETF</a:t>
            </a:r>
            <a:r>
              <a:rPr lang="en-IN" sz="2400" dirty="0"/>
              <a:t> — Multidisciplinary education, academic mobility &amp; technology-enabled learning.</a:t>
            </a:r>
            <a:br>
              <a:rPr lang="en-IN" sz="2400" dirty="0"/>
            </a:br>
            <a:r>
              <a:rPr lang="en-GB" sz="2400" dirty="0"/>
              <a:t>🔗 </a:t>
            </a:r>
            <a:r>
              <a:rPr lang="en-GB" sz="2400" dirty="0">
                <a:hlinkClick r:id="rId4"/>
              </a:rPr>
              <a:t>NEP 2020 — Official PDF</a:t>
            </a:r>
            <a:br>
              <a:rPr lang="en-GB" sz="2400" dirty="0"/>
            </a:br>
            <a:r>
              <a:rPr lang="en-IN" sz="2400" b="1" dirty="0"/>
              <a:t>Deterding et al. (2011)</a:t>
            </a:r>
            <a:r>
              <a:rPr lang="en-IN" sz="2400" dirty="0"/>
              <a:t> — Research foundation for gamification and game-design elements.</a:t>
            </a:r>
            <a:br>
              <a:rPr lang="en-IN" sz="2400" dirty="0"/>
            </a:br>
            <a:r>
              <a:rPr lang="en-IN" sz="2400" dirty="0"/>
              <a:t>🔗 </a:t>
            </a:r>
            <a:r>
              <a:rPr lang="en-IN" sz="2400" dirty="0">
                <a:hlinkClick r:id="rId5"/>
              </a:rPr>
              <a:t>DOI — Deterding et al. 2011</a:t>
            </a:r>
            <a:br>
              <a:rPr lang="en-IN" sz="2400" dirty="0"/>
            </a:br>
            <a:r>
              <a:rPr lang="en-IN" sz="2400" b="1" dirty="0"/>
              <a:t>Sarwar et al. (2001)</a:t>
            </a:r>
            <a:r>
              <a:rPr lang="en-IN" sz="2400" dirty="0"/>
              <a:t> — Foundation for collaborative-filtering recommendation systems.</a:t>
            </a:r>
            <a:br>
              <a:rPr lang="en-IN" sz="2400" dirty="0"/>
            </a:br>
            <a:r>
              <a:rPr lang="en-IN" sz="2400" dirty="0"/>
              <a:t>🔗 </a:t>
            </a:r>
            <a:r>
              <a:rPr lang="en-IN" sz="2400" dirty="0">
                <a:hlinkClick r:id="rId6"/>
              </a:rPr>
              <a:t>DOI — Sarwar et al. 2001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3198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388</TotalTime>
  <Words>292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Suthar</dc:creator>
  <cp:lastModifiedBy>Rimsha Ansari</cp:lastModifiedBy>
  <cp:revision>21</cp:revision>
  <dcterms:created xsi:type="dcterms:W3CDTF">2026-09-04T10:43:29Z</dcterms:created>
  <dcterms:modified xsi:type="dcterms:W3CDTF">2026-09-23T18:09:07Z</dcterms:modified>
</cp:coreProperties>
</file>